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 e1soft LLM 시스템 구축 제안: AI 기반 품질 불량 분석 지원 시스템
### 개요
* 추진 배경: 디스플레이 산업의 품질 요구 강화 및 Zero Defect 요구 증가
* 현행 문제점: 수작업 기반 분석으로 3-5일 소요, 분석 품질 편차 발생
* 솔루션: LLM + RAG 기반 AI 품질 분석 시스템
* 핵심 기술: 로컬 LLM (Ollama), Human-in-the-Loop, RAG 파이프라인
* 배포 방식: 온프레미스 (기업 내부망, 보안 강화)
## 시스템 핵심 기능
### Human-in-the-Loop 데이터 수집
* 7단계 워크플로우로 체계적 데이터 수집
### AI 기반 품질 분석
* LLM이 과거 사례 참조하여 원인 분석 및 대책 제안
### 기본분석 워크플로우
* 6단계 분석 프로세스로 결과 문서화
### LLM 채팅 인터페이스
* 자연어 대화 기반 분석 지원
### RAG 파이프라인
* 축적된 품질 문서 및 분석 사례 활용
## 기대효과 및 ROI
### 분석 시간 단축
* 평균 3일 → 1일 (70% 단축)
### 분석 품질 향상
* 40% 향상
### 운영 비용 절감
* 연간 약 5억원 절감 효과
* 투자 회수 기간: 약 12개월
### 생산성 향상
* 분석 업무 효율 300% 향상
## 결론
### e1soft LLM
* 품질 분석 업무의 디지털 전환 가속화
* 로컬 LLM 기반으로 민감한 품질 데이터의 보안 보장
* Human-in-the-Loop 방식으로 AI 분석의 신뢰성 확보
* 체계적인 지식 축적으로 조직 역량 강화
### 다음 단계
* 시스템 시연
* 상세 요구사항 협의
* 구축 계획 수립</a:t>
            </a:r>
          </a:p>
        </p:txBody>
      </p:sp>
      <p:sp>
        <p:nvSpPr>
          <p:cNvPr id="3" name="Subtitle 2"/>
          <p:cNvSpPr>
            <a:spLocks noGrp="1"/>
          </p:cNvSpPr>
          <p:nvPr>
            <p:ph type="subTitle" idx="1"/>
          </p:nvPr>
        </p:nvSpPr>
        <p:spPr/>
        <p:txBody>
          <a:bodyPr/>
          <a:lstStyle/>
          <a:p>
            <a:r>
              <a:t>## e1soft LLM 시스템 구축 제안
### AI 기반 품질 불량 분석 지원 시스템
## 개요
* 추진 배경: 디스플레이 산업의 품질 요구 강화 및 Zero Defect 요구 증가
* 현행 문제점: 수작업 기반 분석으로 3-5일 소요, 분석 품질 편차 발생
* 솔루션: LLM + RAG 기반 AI 품질 분석 시스템
* 핵심 기술: 로컬 LLM (Ollama), Human-in-the-Loop, RAG 파이프라인
* 배포 방식: 온프레미스 (기업 내부망, 보안 강화)
## 시스템 핵심 기능
### Human-in-the-Loop 데이터 수집
7단계 워크플로우로 체계적 데이터 수집
### AI 기반 품질 분석
LLM이 과거 사례 참조하여 원인 분석 및 대책 제안
### 기본분석 워크플로우
6단계 분석 프로세스로 결과 문서화
### LLM 채팅 인터페이스
자연어 대화 기반 분석 지원
### RAG 파이프라인
축적된 품질 문서 및 분석 사례 활용
## 기대효과 및 ROI
### 분석 시간 단축
평균 3일 → 1일 (70% 단축)
### 분석 품질 향상
40% 향상
### 운영 비용 절감
30% 절감 (연간 약 5억원)
### 투자 회수 기간
약 12개월
### 생산성 향상
분석 업무 효율 300% 향상
## 결론
e1soft LLM은 품질 분석 업무의 디지털 전환을 가속화합니다. 로컬 LLM 기반으로 민감한 품질 데이터의 보안을 보장합니다. Human-in-the-Loop 방식으로 AI 분석의 신뢰성을 확보합니다. 체계적인 지식 축적으로 조직 역량을 강화합니다.
## 다음 단계
* 시스템 시연
* 상세 요구사항 협의
* 구축 계획 수립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개요</a:t>
            </a:r>
          </a:p>
        </p:txBody>
      </p:sp>
      <p:sp>
        <p:nvSpPr>
          <p:cNvPr id="3" name="Content Placeholder 2"/>
          <p:cNvSpPr>
            <a:spLocks noGrp="1"/>
          </p:cNvSpPr>
          <p:nvPr>
            <p:ph idx="1"/>
          </p:nvPr>
        </p:nvSpPr>
        <p:spPr/>
        <p:txBody>
          <a:bodyPr/>
          <a:lstStyle/>
          <a:p>
            <a:r>
              <a:t>## e1soft LLM 시스템 구축 제안: AI 기반 품질 불량 분석 지원 시스템
### 개요
본 제안은 디스플레이 산업의 품질 불량 분석을 지원하기 위한 AI 기반 시스템 구축을 목적으로 합니다. 최근 디스플레이 산업의 품질 요구 사항이 강화되고 있으며, Zero Defect에 대한 요구가 증가하고 있습니다. 그러나 현재의 수작업 기반 분석 방식은 분석에 3-5일이 소요되며, 분석 품질에 편차가 발생하는 문제점이 있습니다.
이를 해결하기 위해, 본 제안에서는 LLM(Large Language Model) + RAG(Retrieval-Augmented Generation) 기반의 AI 품질 분석 시스템을 구축하고자 합니다. 이 시스템은 로컬 LLM을 활용하여 보안성을 강화하였으며, Human-in-the-Loop 방식을 통해 AI 분석의 신뢰성을 확보하였습니다.
### 시스템 핵심 기능
*   **Human-in-the-Loop 데이터 수집**: 7단계 워크플로우를 통해 체계적인 데이터 수집을 지원합니다.
*   **AI 기반 품질 분석**: LLM이 과거 사례를 참조하여 원인 분석 및 대책을 제안합니다.
*   **기본분석 워크플로우**: 6단계 분석 프로세스를 통해 결과를 문서화합니다.
*   **LLM 채팅 인터페이스**: 자연어 대화 기반 분석을 지원합니다.
*   **RAG 파이프라인**: 축적된 품질 문서 및 분석 사례를 활용합니다.
### 기대효과 및 ROI
*   **분석 시간 70% 단축**: 평균 3일 → 1일로 단축됩니다.
*   **분석 품질 40% 향상**: AI 기반 정확한 원인 분석을 통해 품질을 향상합니다.
*   **운영 비용 30% 절감**: 연간 약 5억원의 비용 절감이 기대됩니다.
*   **투자 회수 기간**: 약 12개월로 예상됩니다.
*   **생산성 향상**: 분석 업무 효율이 300% 향상됩니다.
### 결론
e1soft LLM 시스템은 품질 분석 업무의 디지털 전환을 가속화하며, 로컬 LLM 기반으로 민감한 품질 데이터의 보안을 보장합니다. Human-in-the-Loop 방식으로 AI 분석의 신뢰성을 확보하며, 체계적인 지식 축적을 통해 조직 역량을 강화합니다. 다음 단계로는 시스템 시연, 상세 요구사항 협의, 구축 계획 수립 등이 예정되어 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e1soft LLM 시스템 구축 제안
### 개요
e1soft LLM 시스템은 AI 기반 품질 불량 분석 지원 시스템으로 제안됩니다. 이 시스템은 디스플레이 산업의 품질 요구 강화와 Zero Defect 요구 증가에 대응하기 위해 설계되었습니다.
### 추진 배경
디스플레이 산업의 품질 요구 강화와 Zero Defect 요구 증가에 따라, 기존의 수작업 기반 분석 방식에서 벗어나 보다 효율적이고 정확한 분석이 필요합니다.
### 현행 문제점
현재의 수작업 기반 분석 방식은 3-5일이 소요되며, 분석 품질에 편차가 발생합니다. 이는 생산성과 효율성을 저하시키며, 기업의 경쟁력을 약화시킬 수 있습니다.
### 솔루션
e1soft LLM 시스템은 LLM(Large Language Model)과 RAG(Retrieval-Augmented Generation) 기반의 AI 품질 분석 시스템을 제안합니다. 이 시스템은 로컬 LLM을 기반으로 하며, Human-in-the-Loop 방식을 통해 데이터 수집 및 분석을 수행합니다.
### 핵심 기술
* 로컬 LLM (Ollama)
* Human-in-the-Loop
* RAG 파이프라인
### 배포 방식
e1soft LLM 시스템은 온프레미스 방식으로 기업 내부망에 배포됩니다. 이를 통해 보안성을 강화하고, 데이터의 안전성을 보장합니다.
## 시스템 핵심 기능
### Human-in-the-Loop 데이터 수집
e1soft LLM 시스템은 7단계 워크플로우를 통해 체계적인 데이터 수집을 수행합니다. 이를 통해 정확하고 신뢰할 수 있는 데이터를 수집할 수 있습니다.
### AI 기반 품질 분석
e1soft LLM 시스템은 LLM을 통해 과거 사례를 참조하여 원인 분석 및 대책을 제안합니다. 이를 통해 정확한 분석과 효율적인 문제 해결이 가능합니다.
### 기본분석 워크플로우
e1soft LLM 시스템은 6단계 분석 프로세스를 통해 결과를 문서화합니다. 이를 통해 체계적이고 효율적인 분석이 가능합니다.
### LLM 채팅 인터페이스
e1soft LLM 시스템은 자연어 대화 기반의 채팅 인터페이스를 제공합니다. 이를 통해 사용자는 쉽게 시스템을 활용할 수 있습니다.
### RAG 파이프라인
e1soft LLM 시스템은 축적된 품질 문서 및 분석 사례를 활용하여 RAG 파이프라인을 구축합니다. 이를 통해 체계적인 지식 축적과 효율적인 분석이 가능합니다.
## 기대효과 및 ROI
### 분석 시간 단축
e1soft LLM 시스템은 분석 시간을 70% 단축할 수 있습니다. 평균 3일에서 1일로 단축되어, 신속한 문제 해결이 가능합니다.
### 분석 품질 향상
e1soft LLM 시스템은 분석 품질을 40% 향상시킬 수 있습니다. AI 기반의 정확한 원인 분석을 통해 효율적인 문제 해결이 가능합니다.
### 운영 비용 절감
e1soft LLM 시스템은 운영 비용을 30% 절감할 수 있습니다. 연간 약 5억원의 절감 효과가 기대됩니다.
### 투자 회수 기간
e1soft LLM 시스템의 투자 회수 기간은 약 12개월입니다.
### 생산성 향상
e1soft LLM 시스템은 분석 업무의 생산성을 300% 향상시킬 수 있습니다.
## 결론
e1soft LLM 시스템은 디지털 전환을 가속화하고, 로컬 LLM 기반으로 보안성을 강화하며, Human-in-the-Loop 방식으로 신뢰성을 확보합니다. 체계적인 지식 축적과 효율적인 분석을 통해 기업의 경쟁력을 강화할 수 있습니다.
## 다음 단계
* 시스템 시연
* 상세 요구사항 협의
* 구축 계획 수립</a:t>
            </a:r>
          </a:p>
        </p:txBody>
      </p:sp>
      <p:sp>
        <p:nvSpPr>
          <p:cNvPr id="3" name="Content Placeholder 2"/>
          <p:cNvSpPr>
            <a:spLocks noGrp="1"/>
          </p:cNvSpPr>
          <p:nvPr>
            <p:ph idx="1"/>
          </p:nvPr>
        </p:nvSpPr>
        <p:spPr/>
        <p:txBody>
          <a:bodyPr/>
          <a:lstStyle/>
          <a:p>
            <a:r>
              <a:t>## e1soft LLM 시스템 구축 제안
### 개요
e1soft LLM 시스템은 AI 기반 품질 불량 분석 지원 시스템으로, 디스플레이 산업의 품질 요구 강화와 Zero Defect 요구 증가에 대응하기 위해 제안되었습니다. 이 시스템은 로컬 LLM 기반의 온프레미스 방식으로, 보안성을 강화하였습니다.
### 시스템 핵심 기능
e1soft LLM 시스템의 핵심 기능은 다음과 같습니다.
*   **Human-in-the-Loop 데이터 수집**: 7단계 워크플로우로 체계적인 데이터 수집이 가능합니다.
*   **AI 기반 품질 분석**: LLM이 과거 사례를 참조하여 원인 분석 및 대책을 제안합니다.
*   **기본분석 워크플로우**: 6단계 분석 프로세스로 결과를 문서화합니다.
*   **LLM 채팅 인터페이스**: 자연어 대화 기반 분석을 지원합니다.
*   **RAG 파이프라인**: 축적된 품질 문서 및 분석 사례를 활용합니다.
### 기대효과 및 ROI
e1soft LLM 시스템의 기대효과 및 ROI는 다음과 같습니다.
*   **분석 시간 70% 단축**: 평균 3일 → 1일
*   **분석 품질 40% 향상**: AI 기반 정확한 원인 분석
*   **운영 비용 30% 절감**: 연간 약 5억원 절감 효과
*   **투자 회수 기간**: 약 12개월
*   **생산성 향상**: 분석 업무 효율 300% 향상
### 결론
e1soft LLM 시스템은 디지털 전환을 가속화하고, 로컬 LLM 기반으로 민감한 품질 데이터의 보안을 보장합니다. 또한, Human-in-the-Loop 방식으로 AI 분석의 신뢰성을 확보하고, 체계적인 지식 축적으로 조직 역량을 강화합니다. 다음 단계는 시스템 시연, 상세 요구사항 협의, 구축 계획 수립입니다.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기대효과 및 ROI
e1soft LLM 시스템의 도입으로 인해 기대되는 효과는 크게 두 가지로 요약할 수 있습니다. 첫째, 분석 시간의 단축과 분석 품질의 향상입니다. 기존 수작업 기반의 분석 방식에서 벗어나 AI 기반의 분석 시스템을 도입함으로써, 분석에 소요되는 시간을 평균 3일에서 1일로 대폭 단축할 수 있습니다. 또한, AI의 정확한 원인 분석을 통해 분석 품질을 40% 향상시킬 수 있습니다.
둘째, 운영 비용의 절감입니다. e1soft LLM 시스템의 도입으로 인해 연간 약 5억원의 비용 절감 효과를 기대할 수 있습니다. 이는 투자 회수 기간을 약 12개월로 단축시키는 효과를 가져옵니다. 또한, 생산성 향상 측면에서도 300%의 효율성 증대를 기대할 수 있습니다.
이러한 기대효과를 통해, e1soft LLM 시스템은 기업에 실질적인 이익을 제공할 수 있습니다. 이를 통해, 기업은 경쟁력을 강화하고, 더 나은 품질의 제품을 제공할 수 있습니다.</a:t>
            </a:r>
          </a:p>
        </p:txBody>
      </p:sp>
      <p:sp>
        <p:nvSpPr>
          <p:cNvPr id="3" name="Content Placeholder 2"/>
          <p:cNvSpPr>
            <a:spLocks noGrp="1"/>
          </p:cNvSpPr>
          <p:nvPr>
            <p:ph idx="1"/>
          </p:nvPr>
        </p:nvSpPr>
        <p:spPr/>
        <p:txBody>
          <a:bodyPr/>
          <a:lstStyle/>
          <a:p>
            <a:r>
              <a:t>## 기대효과 및 ROI
e1soft LLM 시스템의 도입을 통해 기대되는 효과와 투자 대비 수익률(ROI)을 분석합니다.
### 기대효과
*   **분석 시간 단축**: e1soft LLM 시스템은 AI 기반의 자동화 프로세스를 통해 분석 시간을 대폭 단축시킬 수 있습니다. 평균적으로 3일에서 1일로 분석 시간을 줄일 수 있어, 신속한 문제 해결과 의사 결정이 가능해집니다.
*   **분석 품질 향상**: AI 기반의 정확한 원인 분석을 통해 분석 품질을 향상시킬 수 있습니다. 이는 40%의 품질 향상이라는 구체적인 수치로 나타납니다.
*   **운영 비용 절감**: e1soft LLM 시스템의 도입을 통해 운영 비용을 절감할 수 있습니다. 연간 약 5억원의 비용 절감 효과를 기대할 수 있습니다.
### ROI 분석
*   **투자 회수 기간**: e1soft LLM 시스템의 투자 회수 기간은 약 12개월로 예상됩니다. 이는 시스템의 도입을 통해 절감되는 비용과 증가하는 수익을 바탕으로 계산되었습니다.
*   **생산성 향상**: e1soft LLM 시스템의 도입을 통해 분석 업무의 생산성이 300% 향상될 것으로 기대됩니다. 이는 AI 기반의 자동화 프로세스와 체계적인 지식 축적에 의한 결과입니다.
이러한 기대효과와 ROI 분석을 통해 e1soft LLM 시스템의 도입이 기업의 품질 분석 업무에 미치는 긍정적인 영향을 확인할 수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결론</a:t>
            </a:r>
          </a:p>
        </p:txBody>
      </p:sp>
      <p:sp>
        <p:nvSpPr>
          <p:cNvPr id="3" name="Content Placeholder 2"/>
          <p:cNvSpPr>
            <a:spLocks noGrp="1"/>
          </p:cNvSpPr>
          <p:nvPr>
            <p:ph idx="1"/>
          </p:nvPr>
        </p:nvSpPr>
        <p:spPr/>
        <p:txBody>
          <a:bodyPr/>
          <a:lstStyle/>
          <a:p>
            <a:r>
              <a:t>결론
e1soft LLM 시스템은 AI 기반 품질 불량 분석 지원 솔루션으로, 디스플레이 산업의 품질 요구 강화와 Zero Defect 달성을 목표로 합니다. 이 시스템은 로컬 LLM 기반의 온프레미스 방식으로, 보안성을 강화하면서도 효율적인 품질 분석을 지원합니다.
e1soft LLM 시스템의 핵심 기능은 Human-in-the-Loop 데이터 수집, AI 기반 품질 분석, 기본분석 워크플로우, LLM 채팅 인터페이스, RAG 파이프라인 등으로 구성되어 있습니다. 이러한 기능들은 분석 시간 단축, 분석 품질 향상, 운영 비용 절감 등의 기대효과를 제공합니다.
e1soft LLM 시스템의 구축을 통해 기대되는 효과는 다음과 같습니다.
* 분석 시간 70% 단축
* 분석 품질 40% 향상
* 운영 비용 30% 절감
* 투자 회수 기간 약 12개월
* 생산성 향상
e1soft LLM 시스템은 디지털 전환을 가속화하고, 조직의 역량을 강화하며, 체계적인 지식 축적을 지원합니다. 다음 단계로는 시스템 시연, 상세 요구사항 협의, 구축 계획 수립 등이 예정되어 있습니다.
e1soft LLM 시스템은 품질 분석 업무의 효율성을 높이고, 보안성을 강화하며, 조직의 경쟁력을 향상시키는 솔루션으로 기대됩니다.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